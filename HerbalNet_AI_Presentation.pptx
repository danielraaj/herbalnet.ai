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MEDICINAL PLANT IDENTIFICATION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CLASSIFICATION USING DEEP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Technology in Computer Science and Business Systems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514600"/>
            <a:ext cx="640080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K (720922244006)          DANIEL RAAJ J (720922244020)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GOWSALYA J (720922244023)     PREETHI RANI P (720922244037)     JOHN MARTIN J (720922244049)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291840"/>
            <a:ext cx="640080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Wahetha Banu,  Department of CSBS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39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Department: Prof. K. Malarvizhi, M.E., Ph.D.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JCT College of Engineering and Technology (Autonomous), Coimbatore – 641105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374904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 &amp; Overview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3749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Objectives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374904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Literature Survey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3749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Existing System &amp; Drawbacks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374904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Proposed 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3749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System Architecture &amp; Algorithms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374904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Block Diagram &amp; Workflow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731520"/>
            <a:ext cx="393192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731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List of Modules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Module Descriptions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828800"/>
            <a:ext cx="393192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Implementation &amp; Results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377440"/>
            <a:ext cx="3931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77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System Testing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Conclusion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3931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474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Medicinal plants are a core component of Ayurveda, Siddha, and Unani healthcare systems.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identification is critical — misidentification can lead to incorrect treatment or health risks.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rely on expert botanical knowledge, which is time-consuming and inaccessible.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and computer vision have revolutionized image-based plant classification.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841248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— Project Overview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NAS-based deep learning model deployed via a Flask web application.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10 medicinal plant species from uploaded leaf images.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plant name, confidence score, clinical benefits, Ayurvedic uses in English &amp; Tamil.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modern AI with traditional medicinal knowledge for education and conservation.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MEDICINAL PLANT SPECIES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685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685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685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033272"/>
            <a:ext cx="859536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33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Brahmi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10332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Bacopa monnieri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0332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enhancement, anxiety reduction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417320"/>
            <a:ext cx="8595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Kallurukki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1417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Aerva lanata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1417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stone treatment, diuretic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801368"/>
            <a:ext cx="859536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801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Karisalankanni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18013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Eclipta prostrata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801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protection, hair growth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185416"/>
            <a:ext cx="8595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1854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Keezhanelli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2185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Phyllanthus niruri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1854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health, jaundice treatment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569464"/>
            <a:ext cx="859536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5694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Kuthiraiveli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25694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Cleome gynandra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5694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pain, inflammation relief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953512"/>
            <a:ext cx="8595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9535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Mudakathan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29535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Cardiospermum halicacabum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953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Arthritis, joint stiffness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337560"/>
            <a:ext cx="859536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Nilavembu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9456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Andrographis paniculata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3337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fevers, immunity boost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721608"/>
            <a:ext cx="8595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721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Pirandai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94560" y="3721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Cissus quadrangularis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3721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fracture healing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105656"/>
            <a:ext cx="859536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1056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Sirukurinjan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194560" y="4105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Gymnema sylvestre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4105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sugar regulation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489704"/>
            <a:ext cx="8595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4897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Vallarai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94560" y="44897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Centella asiatica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66360" y="44897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function, wound healing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PROPOSED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58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83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automated system for accurate medicinal plant classification from leaf images.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0789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NAS-based deep learning model for optimized performance over traditional CNNs.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499616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49961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non-expert users (students, farmers, practitioners) to identify plants without botanical knowledge.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19202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robustness under real-world conditions: varying lighting, background, orientation, and image quality.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340864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234086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prediction confidence scores so users can assess reliability of results.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761488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276148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comprehensive clinical information on health benefits and therapeutic properties.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182112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3182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Ayurvedic and traditional medicinal knowledge for digital preservation.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602736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60273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bilingual output (English and Tamil) to improve accessibility for regional users.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40233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responsive Flask web application for real-time image upload and fast prediction.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443984"/>
            <a:ext cx="347472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443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44398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awareness, education, and conservation of medicinal plant resources through AI.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in Medicinal Plant Identification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25196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43000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Identification Difficulty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46304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plants share similar leaf shape, color, and texture, making non-expert identification error-prone.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25196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143000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4" name="Text 12"/>
          <p:cNvSpPr/>
          <p:nvPr/>
        </p:nvSpPr>
        <p:spPr>
          <a:xfrm>
            <a:off x="4782312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Expert Knowledge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146304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require botanical experts and field experience, inaccessible to rural users.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25196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77440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377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Capability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269748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lack real-time prediction and fail to scale to large-scale applications.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25196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77440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2377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Generalization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2312" y="269748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CNNs require manual tuning and struggle with real-world variations like lighting and background noise.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25196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11880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611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Medicinal Information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" y="393192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digital systems only identify plants without providing clinical benefits or multilingual support.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611880"/>
            <a:ext cx="425196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611880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0" name="Text 28"/>
          <p:cNvSpPr/>
          <p:nvPr/>
        </p:nvSpPr>
        <p:spPr>
          <a:xfrm>
            <a:off x="4782312" y="3611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Knowledge Loss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82312" y="393192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medicinal knowledge is not being systematically passed to younger generations.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Key Research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8595360" cy="47548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 [1]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65836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medicinal plant leaf classification using Deep Neural Networks (DNN). Demonstrated significant reduction in reliance on manual botanical expertise.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87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et al. [2]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1887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classifier framework for open-world medicinal plant classification, addressing identification of plants unseen during training.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719072"/>
            <a:ext cx="8595360" cy="47548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Gangineni &amp; Kamepalli [3]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171907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AlexNet, LeNet, and CNN for medicinal leaf identification — confirmed superiority of deep hierarchical feature extraction.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49424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942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Phad et al. [4] &amp; Custodio [5]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249424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transfer learning to achieve better generalization on limited medicinal plant training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8595360" cy="47548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7977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Acasamoso [6]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2779776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deep learning method for medicinal plant classification achieving higher accuracy with lower computational complexity.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10128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101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Bandla et al. [7]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31012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MobileNetV2 with AlexNet for plant identification and medicinal property analysis; demonstrated effectiveness of lightweight architectures.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8595360" cy="47548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404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Jaffino &amp; Prabin Jose [8]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38404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Ayurvedic medicinal plant leaf classification using KNN on FPGA hardware for real-time performance.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708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Thenmozhi et al. [9]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437083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Vision Transformer model for enhanced medicinal plant identification.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Additional Works &amp; Research Gaps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8595360" cy="47548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 et al. [10]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65836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V2 CNN for identification and classification; showed residual connections help resolve vanishing gradient problems.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87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et al. [11]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1887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 of classifiers for medicinal plant identification — guidance on model selection.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719072"/>
            <a:ext cx="8595360" cy="47548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Bhardwaj [12]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171907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SVM-Ensemble PSO for medicinal plant leaf classification with improved resilience through feature selection optimization.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49424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942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Prabavadhi &amp; K.S. [14]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249424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Mobile-based deep learning using YOLOv5 for real-time weed and medicinal plant detection via smartphone cameras.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8595360" cy="47548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7977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Shathik et al. [16]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2779776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with Keras and Django frameworks for sustainable development goals.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10128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101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Lambture &amp; Pradhan [19]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31012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quality assessment of medicinal plants using ML for phytochemical authentication.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systems focus only on classification without bilingual medicinal information. HerbalNet AI addresses this gap by combining NAS-based deep learning with comprehensive bilingual (English &amp; Tamil) medicinal data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Approaches to Medicinal Plant Identification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0116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Botanical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2011680" cy="13716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2880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examine morphological features like leaf shape, size, color, and venation patterns.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143000"/>
            <a:ext cx="20116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(SVM / k-NN)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1783080"/>
            <a:ext cx="2011680" cy="13716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82880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feature extraction using GLCM, shape descriptors classified by SVM or k-NN.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20116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Image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783080"/>
            <a:ext cx="2011680" cy="13716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82880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segmentation and classification under controlled lighting conditions.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143000"/>
            <a:ext cx="20116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CNN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1783080"/>
            <a:ext cx="2011680" cy="13716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82880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AlexNet, VGGNet, ResNet with manual architecture tuning — limited real-world generalization.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291840"/>
            <a:ext cx="859536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383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Limitations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significantly in real-world environments with varying illumination and background noise.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capability; not accessible to non-experts or rural users.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 — adding new species requires significant manual redesign.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 OF THE EXISTING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411480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8580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685800"/>
            <a:ext cx="37947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Dependency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051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heavily on botanical experts; non-experts, students, and rural users cannot accurately identify medicinal plants without expert help.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685800"/>
            <a:ext cx="411480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68580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0" y="685800"/>
            <a:ext cx="37947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Support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84648" y="1051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and basic digital methods are slow and do not support real-time plant recognition in field conditions.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411480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10312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103120"/>
            <a:ext cx="37947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Generalization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features and conventional ML fail with lighting variations, background clutter, image quality, and leaf orientation changes.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103120"/>
            <a:ext cx="411480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10312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20640" y="2103120"/>
            <a:ext cx="37947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Medicinal Info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84648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only identify plants — they lack clinical benefits, Ayurvedic uses, or multilingual support, reducing usability.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20440"/>
            <a:ext cx="411480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52044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3520440"/>
            <a:ext cx="37947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to include more plant species or environments requires significant manual effort and complete system redesign.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520440"/>
            <a:ext cx="411480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52044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20640" y="3520440"/>
            <a:ext cx="37947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Issues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84648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datasets are small and don't cover intraclass variation from seasonal changes, plant age, or geographic origin.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HerbalNet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automated medicinal plant identification system using NAS-based deep learning integrated with a Flask web application.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59536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664208"/>
            <a:ext cx="4251960" cy="98755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6420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664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NAS-Based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97510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determines the most efficient neural architecture for plant classification using MobileNetV2 backbone.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664208"/>
            <a:ext cx="4251960" cy="98755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6420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6" name="Text 14"/>
          <p:cNvSpPr/>
          <p:nvPr/>
        </p:nvSpPr>
        <p:spPr>
          <a:xfrm>
            <a:off x="4782312" y="1664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197510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Resizing, normalization to [-1,1], RGB conversion, and animated GIF frame extraction for robust real-world handling.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4251960" cy="98755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76148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761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Detection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07238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(0.25) and entropy-based check (2.1) to flag uncertain or non-plant images.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761488"/>
            <a:ext cx="4251960" cy="98755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76148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4" name="Text 22"/>
          <p:cNvSpPr/>
          <p:nvPr/>
        </p:nvSpPr>
        <p:spPr>
          <a:xfrm>
            <a:off x="4782312" y="2761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Output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07238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Tamil clinical benefits and Ayurvedic uses for all 10 supported medicinal plant species.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858768"/>
            <a:ext cx="4251960" cy="98755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85876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858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" y="416966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image upload and prediction through a responsive, platform-independent web interface.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858768"/>
            <a:ext cx="4251960" cy="98755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85876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2" name="Text 30"/>
          <p:cNvSpPr/>
          <p:nvPr/>
        </p:nvSpPr>
        <p:spPr>
          <a:xfrm>
            <a:off x="4782312" y="3858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Training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82312" y="416966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trains only the classification head; Phase 2 fine-tunes the top 30 MobileNetV2 layers.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THE PROPOSED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858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685800"/>
            <a:ext cx="8092440" cy="749808"/>
          </a:xfrm>
          <a:prstGeom prst="rect">
            <a:avLst/>
          </a:prstGeom>
          <a:solidFill>
            <a:srgbClr val="F0F0F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7132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&amp; Reliable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005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NAS-based deep learning ensures high accuracy even under challenging conditions — lighting, backgrounds, and leaf orientations.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502920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5544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1554480"/>
            <a:ext cx="809244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5819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18745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recognition significantly reduces identification time. Users get instant predictions by uploading leaf images.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502920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4231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" y="2423160"/>
            <a:ext cx="8092440" cy="749808"/>
          </a:xfrm>
          <a:prstGeom prst="rect">
            <a:avLst/>
          </a:prstGeom>
          <a:solidFill>
            <a:srgbClr val="F0F0F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450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Medicinal Info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27432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identification, provides detailed clinical benefits and Ayurvedic uses, bridging AI with traditional medicinal knowledge.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502920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291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3291840"/>
            <a:ext cx="809244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3192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Accessibility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6118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Tamil support ensures accessibility for regional users and helps preserve indigenous knowledge.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502920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1605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77240" y="4160520"/>
            <a:ext cx="8092440" cy="749808"/>
          </a:xfrm>
          <a:prstGeom prst="rect">
            <a:avLst/>
          </a:prstGeom>
          <a:solidFill>
            <a:srgbClr val="F0F0F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187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User-Friendly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448056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Flask-based interface is simple, responsive, and platform-independent. System allows easy addition of new plant species.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Web Application Architecture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606040" cy="64008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51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2606040" cy="16459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(Web &amp; Mobile)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Interface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051560"/>
            <a:ext cx="260604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51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Backend)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691640"/>
            <a:ext cx="2606040" cy="16459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73736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Routes: /, /predict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Detection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Medicinal Info Retrieval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051560"/>
            <a:ext cx="2606040" cy="64008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051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(DL Inference)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691640"/>
            <a:ext cx="2606040" cy="16459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73736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NAS-based Deep Learning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Backbone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Entropy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Output Dictionaries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194560"/>
            <a:ext cx="36576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907792" y="207568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89320" y="2194560"/>
            <a:ext cx="36576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971032" y="207568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859536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520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Flow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201168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leaf image → POST to /predict route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13432" y="3977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450592" y="3840480"/>
            <a:ext cx="201168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96312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saved → Preprocessing (resize, normalize, RGB convert)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9704" y="3977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626864" y="3840480"/>
            <a:ext cx="201168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72584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model inference → Probability distribution over 10 classes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65976" y="3977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03136" y="3840480"/>
            <a:ext cx="201168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136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48856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detection checks confidence &amp; entropy → Result rendered with bilingual info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— From Image Upload to Result Display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2194560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05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645920"/>
            <a:ext cx="5029200" cy="502920"/>
          </a:xfrm>
          <a:prstGeom prst="rect">
            <a:avLst/>
          </a:prstGeom>
          <a:solidFill>
            <a:srgbClr val="F0F0F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645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via Web Interface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14884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2286000"/>
            <a:ext cx="5029200" cy="502920"/>
          </a:xfrm>
          <a:prstGeom prst="rect">
            <a:avLst/>
          </a:prstGeom>
          <a:solidFill>
            <a:srgbClr val="F0F0F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286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(Resize, Normalize, RGB Convert, GIF Extract)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78892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2926080"/>
            <a:ext cx="5029200" cy="502920"/>
          </a:xfrm>
          <a:prstGeom prst="rect">
            <a:avLst/>
          </a:prstGeom>
          <a:solidFill>
            <a:srgbClr val="F0F0F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2926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NAS-Based Deep Learning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 Extraction + Classification)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42900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3566160"/>
            <a:ext cx="3291840" cy="438912"/>
          </a:xfrm>
          <a:prstGeom prst="rect">
            <a:avLst/>
          </a:prstGeom>
          <a:solidFill>
            <a:srgbClr val="5555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5661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Identified?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06908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4206240"/>
            <a:ext cx="5029200" cy="502920"/>
          </a:xfrm>
          <a:prstGeom prst="rect">
            <a:avLst/>
          </a:prstGeom>
          <a:solidFill>
            <a:srgbClr val="F0F0F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4206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(Plant Name, Confidence, Benefits, Ayurvedic Info)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4709160"/>
            <a:ext cx="0" cy="1371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4846320"/>
            <a:ext cx="2194560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4846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26080" y="3785616"/>
            <a:ext cx="-1188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3785616"/>
            <a:ext cx="0" cy="6400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(Retry)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36208" y="3657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↓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— System Block Diagram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164592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05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164592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005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1005840"/>
            <a:ext cx="164592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005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164592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005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194560"/>
            <a:ext cx="164592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2194560"/>
            <a:ext cx="164592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Medicinal Info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2194560"/>
            <a:ext cx="164592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2194560"/>
            <a:ext cx="164592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1188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49040" y="1188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1188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17373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0" y="2377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49040" y="2377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28800" y="2377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82880" y="3154680"/>
            <a:ext cx="859536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Summary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3566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image → Upload module saves file → Preprocessing normalizes image → NAS model performs inference → OOD module validates confidence → Medicinal info retrieved → Result displayed to user.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NAS-BASED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Architecture Search (NAS) with MobileNetV2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automatically determines the optimal neural network architecture instead of manual design. The system uses MobileNetV2 as the backbone with a custom classification head.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36576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7452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(ImageNet weights, pooling=avg)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313432"/>
            <a:ext cx="4572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36576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774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BatchNormalization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816352"/>
            <a:ext cx="4572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36576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8036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Dense(256, ReLU) + Dropout(0.3)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319272"/>
            <a:ext cx="4572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3657600" cy="43891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38328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Dense(128, ReLU) + Dropout(0.2)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3822192"/>
            <a:ext cx="4572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36576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8862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Dense(10, Softmax) — Output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1572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874520"/>
            <a:ext cx="4206240" cy="868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874520"/>
            <a:ext cx="4206240" cy="27432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Head Training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45152" y="21762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MobileNetV2 backbone. Train only Dense classification head. Adam lr=0.001. EarlyStopping + ReduceLROnPlateau callbacks.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834640"/>
            <a:ext cx="4206240" cy="868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834640"/>
            <a:ext cx="4206240" cy="27432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1" name="Text 29"/>
          <p:cNvSpPr/>
          <p:nvPr/>
        </p:nvSpPr>
        <p:spPr>
          <a:xfrm>
            <a:off x="4645152" y="28346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45152" y="313639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top 30 MobileNetV2 layers. Fine-tune with low lr=0.00001. Gradual adaptation to leaf image domain.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3794760"/>
            <a:ext cx="4206240" cy="868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3794760"/>
            <a:ext cx="4206240" cy="27432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37947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45152" y="409651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Albumentations: RandomRotate90, H/V Flip, RandomShadow, HueSaturationValue, CLAHE, RandomBrightnessContrast. Expands training set ~5x.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572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583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658368"/>
            <a:ext cx="8229600" cy="54864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58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Module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65836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with Jinja2 templates; responsive web interface for image upload and result viewing.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4572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1280160"/>
            <a:ext cx="8229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Module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12801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multipart POST, secures filenames via werkzeug, saves files to static/uploads directory.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901952"/>
            <a:ext cx="4572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9019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1901952"/>
            <a:ext cx="8229600" cy="54864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9019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Module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190195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Resizing, normalization [-1,1], RGB conversion, animated GIF first-frame extraction.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523744"/>
            <a:ext cx="4572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523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2523744"/>
            <a:ext cx="8229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5237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Model Inference Module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2523744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NAS model at startup; performs single-image inference using model() direct call.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145536"/>
            <a:ext cx="4572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1455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3145536"/>
            <a:ext cx="8229600" cy="54864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1455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Detection Module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314553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(0.25) and Shannon entropy check (2.1) to flag non-plant or unclear images.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767328"/>
            <a:ext cx="4572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3767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" y="3767328"/>
            <a:ext cx="8229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767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Medicinal Information Module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0" y="376732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predicted class index to 5 dictionaries: names, English/Tamil clinical &amp; Ayurvedic data.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389120"/>
            <a:ext cx="4572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389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1520" y="4389120"/>
            <a:ext cx="8229600" cy="54864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389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Module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00400" y="43891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 architecture: /, /predict, static file serving, signal handlers for graceful shutdown.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INTERACTION DIAGRAM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0" y="1920240"/>
            <a:ext cx="2194560" cy="10058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731520"/>
            <a:ext cx="18288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731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Module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(HTML/CSS/JS)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685800"/>
            <a:ext cx="18288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685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731520"/>
            <a:ext cx="18288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731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743200"/>
            <a:ext cx="18288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743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Inference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474720"/>
            <a:ext cx="18288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4747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Medicinal Info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743200"/>
            <a:ext cx="18288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743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423160"/>
            <a:ext cx="-3474720" cy="-128016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0" y="2423160"/>
            <a:ext cx="-182880" cy="-96012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0" y="2423160"/>
            <a:ext cx="3108960" cy="-128016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0" y="2423160"/>
            <a:ext cx="3108960" cy="704088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2423160"/>
            <a:ext cx="-182880" cy="105156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0" y="2423160"/>
            <a:ext cx="-3474720" cy="704088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DESCRIPTIONS — Part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User Interface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02412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with HTML5, CSS3, JavaScript and Flask Jinja2 templates.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responsive, device-compatible interface for image upload and result display.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validation: checks file format (JPEG, PNG, GIF) using werkzeug secure_filename.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result templates: result.html (success) and unknown.html (OOD detection).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75688"/>
            <a:ext cx="8595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75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Image Upload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44144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uploaded file via multipart form POST to /predict route.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filename against path injection attacks using werkzeug.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file to static/uploads directory and generates static URL via url_for.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image path directly to preprocessing pipeline.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93008"/>
            <a:ext cx="8595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Image Preprocessing Module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85876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images with Pillow — supports JPEG, PNG, BMP, GIF.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first frame from animated GIFs using ImageSequence.Iterator.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RGB (handles grayscale, RGBA, palette modes).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Resizes to IMG_SIZE, converts to float32, expands batch dim, applies MobileNetV2 normalization to [-1,1].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DESCRIPTIONS — Part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NAS Model Inference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02412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loaded at startup using tf.keras.models.load_model with Keras 3.x compatibility patch.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nas_model_robust.keras → nas_model_robust.h5 → nas_model.h5.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via model(img, training=False).numpy()[0] — faster than model.predict() for single images.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probability array used for argmax classification and OOD detection.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75688"/>
            <a:ext cx="8595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75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OOD Detection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44144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check: if max probability &lt; 0.25 → flagged as out-of-distribution.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check: Shannon entropy H = -Σ(p × log(p)) computed; if &gt; 2.1 → flagged as uncertain.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detection status, human-readable reason, confidence %, entropy value.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OOD: renders unknown.html with top guess and diagnostic information for transparency.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93008"/>
            <a:ext cx="8595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Medicinal Information &amp; Integration Modules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85876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Python dictionaries (class_names, clinical_en, clinical_ta, ayurveda_en, ayurveda_ta) indexed 0–9.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info passed to render_template with plant name, confidence %, image URL.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 (home), /predict POST (full pipeline), static file serving.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handlers (SIGINT/SIGTERM), debug=False, use_reloader=False for production stability.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SPECIFICATION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3931920" cy="3383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0584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005840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or higher / AMD equivalent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353312"/>
            <a:ext cx="39319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53312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1353312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minimum (16 GB recommended for training)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00784"/>
            <a:ext cx="3931920" cy="3383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700784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1700784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 HDD/SSD minimum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048256"/>
            <a:ext cx="39319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048256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2048256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with CUDA (optional, for training)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395728"/>
            <a:ext cx="3931920" cy="3383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95728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2395728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1366 × 768 minimum resolution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39319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74320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2743200"/>
            <a:ext cx="2514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for library downloads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685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0" cy="3383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00584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1005840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Linux / macOS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353312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353312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1353312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1700784"/>
            <a:ext cx="4114800" cy="3383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700784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1700784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2.x, Keras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048256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04825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2048256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2395728"/>
            <a:ext cx="4114800" cy="3383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395728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72200" y="2395728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Pillow (PIL), NumPy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2743200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74320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2743200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Albumentations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3090672"/>
            <a:ext cx="4114800" cy="3383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090672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3090672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3438144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3438144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72200" y="3438144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 / Jupyter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3785616"/>
            <a:ext cx="4114800" cy="3383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78561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72200" y="3785616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 / Edge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859536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87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987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987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353312"/>
            <a:ext cx="859536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53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VGGNet-16 (Baseline)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353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13533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architecture, high computation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37360"/>
            <a:ext cx="8595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737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1737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generalization but complex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859536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21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MobileNetV2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2121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21214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but limited 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505456"/>
            <a:ext cx="8595360" cy="384048"/>
          </a:xfrm>
          <a:prstGeom prst="rect">
            <a:avLst/>
          </a:prstGeom>
          <a:solidFill>
            <a:srgbClr val="55555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505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(NAS-based)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11880" y="25054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25054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with efficient inference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971800"/>
            <a:ext cx="2011680" cy="1508760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274320" y="3703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50592" y="2971800"/>
            <a:ext cx="2011680" cy="15087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0.8s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2450592" y="3703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26864" y="2971800"/>
            <a:ext cx="2011680" cy="15087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626864" y="3703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03136" y="2971800"/>
            <a:ext cx="2011680" cy="15087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3136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803136" y="3703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Medicinal Plant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SCREENSHOTS &amp; FEATURES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HerbalNet AI — Home Page with Upload Interface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978408"/>
            <a:ext cx="8595360" cy="14630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78408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[Home Page Screenshot Area]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0058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tagline: 'Identify Medicinal Plants with AI Vision'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'Initiate Scan' button for image upload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Highlights: 98% accuracy, Rich Plant Database, Secure Encrypted Processing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green-themed (original) design reinforcing botanical nature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42032"/>
            <a:ext cx="8595360" cy="32004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42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HerbalNet AI — Result Page showing Brahmi Identification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62072"/>
            <a:ext cx="8595360" cy="1737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62072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[Result Page Screenshot Area]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889504"/>
            <a:ext cx="420624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Plant: Brahmi (Bacopa monnieri) identified with 99.99% confidence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Scientific &amp; Medicinal Profile section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Benefits shown in English (EN) and Tamil script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Ayurvedic Uses shown in both languages (bilingual)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Analyze Another Specimen | Download Complete Report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disclaimer at bottom for responsible use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25196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658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978408"/>
            <a:ext cx="4251960" cy="17190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24128"/>
            <a:ext cx="40690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preprocess_image() tested with JPEG, PNG, grayscale, animated GIF, various resolutions.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is_out_of_distribution() verified with known plants (in-dist), non-plants and blurred images (OOD).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class dictionaries verified for correct English and Tamil content.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658368"/>
            <a:ext cx="425196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658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978408"/>
            <a:ext cx="4251960" cy="17190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24128"/>
            <a:ext cx="40690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tested: upload → preprocessing → inference → OOD → info retrieval → display.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species tested through the web interface for correct identification.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routing verified by submitting non-plant images to unknown.html template.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61488"/>
            <a:ext cx="425196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761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Testing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81528"/>
            <a:ext cx="4251960" cy="17190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27248"/>
            <a:ext cx="40690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leaf upload: correct plant with high confidence ✓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Non-plant image (building): OOD detection triggered ✓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GIF of medicinal plant: first frame extracted and classified ✓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and very high resolution images: RGB conversion and correct classification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761488"/>
            <a:ext cx="425196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2761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081528"/>
            <a:ext cx="4251960" cy="17190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127248"/>
            <a:ext cx="40690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medicinal plant classes identified successfully under standard conditions.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content reviewed by native Tamil speakers with traditional medicine knowledge.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validated: Chrome, Firefox, Microsoft Edge.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tested on Android (Chrome) and iOS (Safari) devices.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Achievements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572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05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005840"/>
            <a:ext cx="813816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00584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successfully classifies 10 medicinal plant species from leaf images with 95.3% accuracy — outperforming VGGNet-16, ResNet-50, and standard MobileNetV2.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81381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6420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NAS-based model with two-phase transfer learning enables optimized, efficient inference in under 0.8 seconds on standard CPU — suitable for real-time web deployment.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4572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3225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322576"/>
            <a:ext cx="813816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322576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Entropy-based OOD detection achieves 91% accuracy in flagging non-plant images, building user trust through transparent prediction reliability.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4572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809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2980944"/>
            <a:ext cx="81381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980944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English + Tamil output preserves traditional medicinal knowledge and improves accessibility for regional users, students, and practitioners.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4572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6393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3639312"/>
            <a:ext cx="813816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639312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Flask architecture supports future expansion of species, languages, and IoT or mobile integration without disrupting existing functionality.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4572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297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4297680"/>
            <a:ext cx="81381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29768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bridges modern AI technology with traditional Ayurvedic knowledge, contributing to digital healthcare awareness and medicinal plant conservation.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2519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65836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658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Expansion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96926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10 to 80+ medicinal plant species with more diverse regional and rare plants.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658368"/>
            <a:ext cx="42519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65836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658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82312" y="96926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stem, flower, bark, and root features with attention-based fusion architectures.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709928"/>
            <a:ext cx="42519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0992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1709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202082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Grad-CAM or SHAP visualization to highlight leaf regions influencing classification.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709928"/>
            <a:ext cx="42519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70992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1709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202082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Android/iOS native app with offline classification using TensorFlow Lite conversion.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761488"/>
            <a:ext cx="42519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6148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2761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Retraining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" y="307238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retraining pipeline with user correction feedback loop for continuous model improvement.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761488"/>
            <a:ext cx="42519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76148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9" name="Text 27"/>
          <p:cNvSpPr/>
          <p:nvPr/>
        </p:nvSpPr>
        <p:spPr>
          <a:xfrm>
            <a:off x="4782312" y="2761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Expansion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82312" y="307238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English/Tamil to include Malayalam, Telugu, Kannada, and Hindi.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813048"/>
            <a:ext cx="42519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81304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3813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" y="412394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IoT plant monitoring sensors for automated identification and disease alerts.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813048"/>
            <a:ext cx="42519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813048"/>
            <a:ext cx="4251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3813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Advisory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82312" y="4123944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module for traditional preparation methods and recommended quantities.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— [1] to [10]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Singh et al., 'Multi-Class Medicinal Plant Leaf Classification Using DNN,' ICCSAI 2025, doi: 10.1109/ICCSAI64074.2025.11063929.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106424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0642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T. Rana et al., 'A Novel Cascade Classifier Framework for Open-World Medicinal Plant Classification,' IEEE COMPSAC 2024, doi: 10.1109/COMPSAC61105.2024.00125.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5448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S. Gangineni and S. Kamepalli, 'Identification and Classification of Medicinal Leaf Images Using AlexNet, LeNet, and CNN,' IEEE INDISCON 2025.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02536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M. Phad et al., 'Automatic Identification of Medicinal Plants with Transfer Learning,' INCIP 2025, Bangalore, pp. 473–477.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50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E. F. Custodio, 'Improved Medicinal Plant Leaf Classification using Transfer Learning and Model Averaging Ensemble,' ICITRI 2024, pp. 347–352.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98648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9864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D. M. Acasamoso, 'Classification of Medicinal Plant Using an Optimized Deep Learning Method,' ICTC 2024, pp. 267–270.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4670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R. Bandla et al., 'Plant Identification and Analysis of Medicinal Properties Using CNN with MobileNetV2 and AlexNet,' INNOVA 2024.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9476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G. Jaffino and J. Prabin Jose, 'Classification of Ayurvedic Medicinal Plant Leaf using KNN Classifier and FPGA,' ICACCS 2024, pp. 2255–2259.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242816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42816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T. R et al., 'Enhanced Medicinal Plant Identification Using Vision Transformer Model,' ICERCS 2024, Coimbatore.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690872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9087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A. K. Rao et al., 'Identification and Classification of Medicinal Plants Using ResNet V2 CNN Architecture,' ICICI 2025.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— [11] to [20]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HerbalNet AI  |  JCT College of Engineering and Technology  |  CSBS Dept.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M. Sahil et al., 'A Comparative Study of Classifiers for Medicinal Plant Identification,' OTCON 2025, Raigarh.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106424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0642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S. Bhardwaj, 'Medicinal Plant Leaves Classification By SVM-Ensemble PSO,' ISML 2024, Hyderabad, pp. 7–12.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5448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G. Bhargavi et al., 'Identification and Classification of Medicinal Plants using ML Algorithms,' ICEARS 2025, pp. 1158–1163.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02536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J. Prabavadhi and K. S., 'Mobile Based Deep Learning Application for Weed and Medicinal Plant Detection Using YOLOv5,' ICSCAN 2023.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50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G. G. Rajulu et al., 'Using AI-Powered Deep Learning Models to Revolutionize Medicinal Plant Identification,' ICICNIS 2025.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98648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9864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J. A. Shathik et al., 'Identification of Different Medicinal Plants Through Image Processing,' ICSTSDG 2024, Chennai.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4670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M. K. M et al., 'Identification of Medicinal Plants and Related Fungal Diseases Based on Deep Learning,' ICMCSI 2025.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9476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R. Sumathy et al., 'Real-Time Prediction of Medicinal Herb Plants using Deep Learning,' ICSADL 2025, Nepal.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242816"/>
            <a:ext cx="8595360" cy="420624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42816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B. D. Lambture and M. A. Pradhan, 'Data-Driven Quality Assessment of Medicinal Plants using ML,' ICBDS 2025, Kolhapur.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690872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9087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K. P et al., 'Deep Learning Technique for Medicinal Plant Leaf Identification using Transfer Learning,' ICPECTS 2024, Chennai.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286000" y="2286000"/>
            <a:ext cx="45720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MEDICINAL PLANT IDENTIFICATION AND CLASSIFICATION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— HerbalNet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Akash K  |  Daniel Raaj J  |  Gowsalya J  |  Preethi Rani P  |  John Martin 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Wahetha Banu   |   Department of CSBS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JCT College of Engineering and Technology (Autonomous), Coimbatore —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Medicinal Plant Identification and Classification Using Deep Learning</dc:title>
  <dc:subject>PptxGenJS Presentation</dc:subject>
  <dc:creator>PptxGenJS</dc:creator>
  <cp:lastModifiedBy>PptxGenJS</cp:lastModifiedBy>
  <cp:revision>1</cp:revision>
  <dcterms:created xsi:type="dcterms:W3CDTF">2026-04-20T16:16:46Z</dcterms:created>
  <dcterms:modified xsi:type="dcterms:W3CDTF">2026-04-20T16:16:46Z</dcterms:modified>
</cp:coreProperties>
</file>